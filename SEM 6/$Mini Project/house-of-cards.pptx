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194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39FC1-AF45-4C46-B480-B9C8F990B6EB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245E13-92BE-4E76-9345-45B15031D8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781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521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16826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28929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962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2987-B30B-4560-8B8C-E81711B4D8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41ADB7-97AE-49D0-A7E6-CB50BFBB8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A8829-FC2F-437E-844E-81DA98D18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ACC73-550A-4A71-876A-DD35B3D95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E1877-9518-4112-9B5B-78775C4B3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935784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AA82-5D1E-41E4-8B81-F0D3F4787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A84B0-EC14-4170-9351-F51BEFD04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46237-C4CA-4274-B94F-3A28A476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E84C-9CAD-4B31-A4D4-F0A6EA9D0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BA63B-D91E-4934-84E3-8E3F2293E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397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C3A38-9B0C-4658-8BFC-00BDFA46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FF64B5-FF07-4C17-B059-5359CAFBD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B933E-A673-4622-85A3-EDD48DF6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F3F01-C59A-428F-AB53-FB9616FD0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972D4-C45E-47FF-9DED-146CE52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73551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B29AE-C6A2-4696-8920-55D24DC06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A89D8-9139-4EC1-866E-744DF5E178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17262-4D88-4ACB-A4C2-C07D2C55D3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240C5-70B5-4424-AE08-B1242AD43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C04D1-70C3-49D0-A304-695E3DE48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49DA4B-5DC2-45EB-B4AC-8B5FD7BBC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736331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974F-941F-4EA1-B063-F517C413D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9A810-F90C-4488-A394-3FF81E63CD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77B61-76BC-401E-BAF4-135FADDAF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AB817-D355-4C1B-8671-3B7123EA6F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8C7473-1B4F-40FB-B9C0-5A4D710AF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1183A2-CDF2-4B28-B051-2CF554AB1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3662A6-9374-4314-A43F-F3CA78D7C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A8C276-2FBC-44E9-B832-029CBBD6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168000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21E68-91A1-465C-893D-A7FE76A2D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1133DA-3C60-4C47-A7EA-F8220CD2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E7D59-8906-4114-9384-92894CC1C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F1C85-D996-4D20-820F-CB504B896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53523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640F9-E315-4F8C-83EF-9B8BD79D0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9E4EC4-C9FD-434F-92C9-0040D6368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4758A-9617-4959-A0D5-0F3B15EC7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015248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0C5F7-0726-44AC-8760-668E5B62B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FF84B-2C18-4B71-8B8C-AC2D516C7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B9CBD0-7298-4EC9-89D5-18BEE9D526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81CC0-8308-45D7-BE9D-A9C627BB6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13C5E-F590-42CD-AF4A-5726E528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EF8E2-C160-45E5-AB21-3865F017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807271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8AD70-092E-47FB-B27B-FDA172B10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18BB63-AD2B-4C0B-BF4C-4820196D8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BE137-822C-4250-AF1C-B35773805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CFA79-2FBA-4289-B5DC-93AD6A815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5DAC8-CB16-4419-9630-AB2EA75C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8FAD2-6F3B-4E23-A1E6-1B76725B3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633367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64CD2-4AE7-474E-A9EF-15AD859D4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52643-24D7-4D81-A258-DD0017668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E9C98-910C-4536-B3B9-86D4F251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3ECCA-A75B-40EC-BAD8-E4352B3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0F435-59EC-4EEB-86A1-7EB9AA5B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15633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B32E70-7F79-45D1-8AFF-C3DEEA4B97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569072-D8E7-4F71-99C1-555945557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38554-FB30-4D05-8096-8A8E4084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3550-B010-4460-B7EB-386E98DCA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4957F-16A8-42D4-A1FA-84E88FEC7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204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CAA22-AC22-49F6-9AE2-982A0AFDE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89851-B3F7-4BBA-8324-A77B94E36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9FFCA-AC43-4683-B8D2-81C3F67EE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095AA1-E3F7-4466-8625-D61421E070F6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91CEE-E4C1-4F9C-92F9-9F660A4924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2076C-8207-4086-B726-F49DA915A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88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94239-B2A4-490C-8194-D66DF8EE4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1708"/>
            <a:ext cx="9144000" cy="3994583"/>
          </a:xfrm>
          <a:solidFill>
            <a:srgbClr val="262626"/>
          </a:solidFill>
        </p:spPr>
        <p:txBody>
          <a:bodyPr>
            <a:normAutofit/>
          </a:bodyPr>
          <a:lstStyle/>
          <a:p>
            <a:r>
              <a:rPr lang="en-IN" sz="88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H</a:t>
            </a:r>
            <a:r>
              <a:rPr lang="en-IN" sz="66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8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u$e</a:t>
            </a:r>
            <a: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 </a:t>
            </a:r>
            <a:r>
              <a:rPr lang="en-IN" sz="66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8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f</a:t>
            </a:r>
            <a: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 Card$</a:t>
            </a:r>
            <a:b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</a:br>
            <a:endParaRPr lang="en-IN" sz="8800" b="1" spc="600" dirty="0">
              <a:solidFill>
                <a:srgbClr val="DDDDDD"/>
              </a:solidFill>
              <a:latin typeface="Harry P" panose="00000400000000000000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C292E1-FC02-4B14-9ACE-059CD219B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000" y="4196182"/>
            <a:ext cx="2340000" cy="23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CFE4FE-6130-42A6-AF4D-16955F8DF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340000" cy="23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370B3D-F977-4DFD-AFE1-3B861880D8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8000" y="360000"/>
            <a:ext cx="2340000" cy="234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047E1A2-FEA8-41A4-9C15-4569776218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000" y="4256291"/>
            <a:ext cx="234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03516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 invX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D7BCE-A06F-4B6B-AE46-B616F911E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265"/>
            <a:ext cx="10515600" cy="799375"/>
          </a:xfrm>
        </p:spPr>
        <p:txBody>
          <a:bodyPr/>
          <a:lstStyle/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MS. SWATI </a:t>
            </a:r>
            <a:endParaRPr lang="en-IN" spc="300" dirty="0">
              <a:solidFill>
                <a:srgbClr val="DDDDDD"/>
              </a:solidFill>
              <a:latin typeface="Lucida Bright" panose="020406020505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DD9D98-5101-4D54-8A2B-0039250AB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9640"/>
            <a:ext cx="10515600" cy="1325563"/>
          </a:xfrm>
        </p:spPr>
        <p:txBody>
          <a:bodyPr>
            <a:normAutofit/>
          </a:bodyPr>
          <a:lstStyle/>
          <a:p>
            <a:r>
              <a:rPr lang="en-IN" sz="8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Gr</a:t>
            </a:r>
            <a:r>
              <a:rPr lang="en-IN" sz="6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up</a:t>
            </a:r>
            <a:r>
              <a:rPr lang="en-IN" sz="80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 Member$</a:t>
            </a:r>
            <a:endParaRPr lang="en-IN" sz="8000" dirty="0">
              <a:solidFill>
                <a:srgbClr val="DDDDDD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FB54329-776B-49C1-8744-C373F8ED849C}"/>
              </a:ext>
            </a:extLst>
          </p:cNvPr>
          <p:cNvSpPr txBox="1">
            <a:spLocks/>
          </p:cNvSpPr>
          <p:nvPr/>
        </p:nvSpPr>
        <p:spPr>
          <a:xfrm>
            <a:off x="838200" y="61470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0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Guide</a:t>
            </a:r>
            <a:endParaRPr lang="en-IN" sz="8000" dirty="0">
              <a:solidFill>
                <a:srgbClr val="DDDDD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FF4F62-7B5B-41EF-9FEF-9C60202EED89}"/>
              </a:ext>
            </a:extLst>
          </p:cNvPr>
          <p:cNvSpPr txBox="1">
            <a:spLocks/>
          </p:cNvSpPr>
          <p:nvPr/>
        </p:nvSpPr>
        <p:spPr>
          <a:xfrm>
            <a:off x="838200" y="4065203"/>
            <a:ext cx="10515600" cy="2124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YAMIN KHAN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ABDURRAHMAN QURESHI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RUMAAN SHAIKH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SAMEER SHAIKH</a:t>
            </a:r>
            <a:endParaRPr lang="en-IN" spc="300" dirty="0">
              <a:solidFill>
                <a:srgbClr val="DDDDDD"/>
              </a:solidFill>
              <a:latin typeface="Lucida Bright" panose="02040602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55493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EF762D-875B-4524-A9AC-B0914487A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08467-97D3-487D-BC7D-5DCBE8392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E7FE290-99ED-4065-B076-B67B65FF1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8900"/>
            <a:ext cx="12192000" cy="703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31898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 invX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8286EB3-CEEF-4763-BD1E-15FC504BC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F6CE5AC-8294-4559-99E8-380D339D1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A3034C-DC61-475E-8C73-D18E2715CC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3"/>
          <a:stretch/>
        </p:blipFill>
        <p:spPr>
          <a:xfrm>
            <a:off x="0" y="1062235"/>
            <a:ext cx="12192000" cy="462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9895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E2DB-521B-43DF-9E58-56F350967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2BFFF-9BD2-4522-86E4-CD458DB5F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1548F89-872B-46F5-949E-D55EAC3F8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5668"/>
            <a:ext cx="12192000" cy="232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7061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 invX="1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D23A6-4697-4E7E-9FE6-43C2008D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8FA4-5E07-4A1C-8BEF-0D5671087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4F81-3636-4B6D-9741-3957D786C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7798"/>
            <a:ext cx="12192000" cy="57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0510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327F3-C8BC-429E-9EF0-1ADF3DD2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0A9FB-2F7C-463D-B19E-D7A7B622D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840701-AA98-4142-AD2F-2975FB498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1738"/>
            <a:ext cx="12192000" cy="339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6813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 invX="1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2732-8627-4FF2-9C47-CBA634C67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39D9739-ACB4-400B-8171-88901A9956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551605"/>
            <a:ext cx="1848469" cy="258496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FC1E5F-1375-499D-8B16-6A30B4E71A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188"/>
          <a:stretch/>
        </p:blipFill>
        <p:spPr>
          <a:xfrm>
            <a:off x="0" y="-245150"/>
            <a:ext cx="8267700" cy="36066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505A45-A132-4903-8C64-0936A07B088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604"/>
          <a:stretch/>
        </p:blipFill>
        <p:spPr>
          <a:xfrm>
            <a:off x="3365500" y="3361532"/>
            <a:ext cx="8826500" cy="36137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BC7802-2068-45FB-A421-23C4600E32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283075"/>
            <a:ext cx="2222500" cy="3110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5205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854E-DDEB-492B-B0F1-77C1848F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DAD8A-6B78-4158-AB0C-69D6A165D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9D581-E5DC-405F-A4D2-69422BBD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74726"/>
            <a:ext cx="12192000" cy="270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1904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 invX="1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749A-6D11-4C10-8493-0BE48633F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1C42D-DC43-4A0C-8950-2CC2513EE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3BC01F-757B-47B9-965A-8B8CA8FF9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7422"/>
            <a:ext cx="12192000" cy="424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91835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26</Words>
  <Application>Microsoft Office PowerPoint</Application>
  <PresentationFormat>Widescreen</PresentationFormat>
  <Paragraphs>12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Harry P</vt:lpstr>
      <vt:lpstr>Lucida Bright</vt:lpstr>
      <vt:lpstr>Office Theme</vt:lpstr>
      <vt:lpstr>Hɸu$e ɸf Card$ </vt:lpstr>
      <vt:lpstr>Grɸup Member$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Hɸu$e ɸf Card$</dc:title>
  <dc:creator>spectre</dc:creator>
  <cp:lastModifiedBy>spectre</cp:lastModifiedBy>
  <cp:revision>43</cp:revision>
  <dcterms:created xsi:type="dcterms:W3CDTF">2026-02-08T14:06:06Z</dcterms:created>
  <dcterms:modified xsi:type="dcterms:W3CDTF">2026-02-08T14:56:01Z</dcterms:modified>
</cp:coreProperties>
</file>