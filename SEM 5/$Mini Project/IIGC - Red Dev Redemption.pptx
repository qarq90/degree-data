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9" r:id="rId3"/>
    <p:sldId id="260" r:id="rId4"/>
    <p:sldId id="261" r:id="rId5"/>
    <p:sldId id="257" r:id="rId6"/>
    <p:sldId id="258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817"/>
    <a:srgbClr val="27272B"/>
    <a:srgbClr val="271E12"/>
    <a:srgbClr val="C86C2E"/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CE6DF-99FD-4FF9-86B8-93E48A4433A6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A9325-4C08-4850-A2D7-007BE394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434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A9325-4C08-4850-A2D7-007BE394381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194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5030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8181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683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701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6604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8996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449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4964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9828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144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746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8FEF8-5AC7-4605-99E2-849EE1C7EB8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F0D32-3495-4B24-8AB2-31A38D1D4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06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rint-hub-speed.vercel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DF0947-0C7B-4430-9C14-10D55F8B91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47AD94C-00A6-4033-8F48-8BC27A834E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DFF4F3-2910-4325-8204-E286F0BC1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837" y="1136104"/>
            <a:ext cx="8410325" cy="390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523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5A5E-628C-48A4-8BD5-868313E6A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2800"/>
            <a:ext cx="10515600" cy="877888"/>
          </a:xfrm>
        </p:spPr>
        <p:txBody>
          <a:bodyPr/>
          <a:lstStyle/>
          <a:p>
            <a:r>
              <a:rPr lang="en-US" b="1" dirty="0">
                <a:solidFill>
                  <a:srgbClr val="F79817"/>
                </a:solidFill>
              </a:rPr>
              <a:t>Group Members</a:t>
            </a:r>
            <a:endParaRPr lang="en-IN" b="1" dirty="0">
              <a:solidFill>
                <a:srgbClr val="F798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FE0A3-68C5-495B-BFB9-5F5AD9C53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74957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Yamin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Khan 		242464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Abdur R. Qureshi 		242466</a:t>
            </a:r>
          </a:p>
          <a:p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Ruman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Shaikh 		242469</a:t>
            </a:r>
          </a:p>
          <a:p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Haadiya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Sayed 		242467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2386C3-A64F-4976-A3A4-27388E476690}"/>
              </a:ext>
            </a:extLst>
          </p:cNvPr>
          <p:cNvSpPr txBox="1">
            <a:spLocks/>
          </p:cNvSpPr>
          <p:nvPr/>
        </p:nvSpPr>
        <p:spPr>
          <a:xfrm>
            <a:off x="838200" y="4036291"/>
            <a:ext cx="10515600" cy="671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79817"/>
                </a:solidFill>
              </a:rPr>
              <a:t>Guide</a:t>
            </a:r>
            <a:endParaRPr lang="en-IN" b="1" dirty="0">
              <a:solidFill>
                <a:srgbClr val="F79817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69B9A3-98EA-4161-84B9-10ED41BE5FCC}"/>
              </a:ext>
            </a:extLst>
          </p:cNvPr>
          <p:cNvSpPr txBox="1">
            <a:spLocks/>
          </p:cNvSpPr>
          <p:nvPr/>
        </p:nvSpPr>
        <p:spPr>
          <a:xfrm>
            <a:off x="838200" y="4842452"/>
            <a:ext cx="10515600" cy="1674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Ms. Swati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Ganar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9778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6B9F-17AA-439D-964F-25DA8F368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79817"/>
                </a:solidFill>
              </a:rPr>
              <a:t>Problem Statement</a:t>
            </a:r>
            <a:endParaRPr lang="en-IN" b="1" dirty="0">
              <a:solidFill>
                <a:srgbClr val="F798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B2885-7B56-4FB4-B9D7-1EA9B9734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Students and campus users struggle with </a:t>
            </a:r>
            <a:r>
              <a:rPr lang="en-US" dirty="0">
                <a:solidFill>
                  <a:srgbClr val="F79817"/>
                </a:solidFill>
              </a:rPr>
              <a:t>slow, inconvenient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print services</a:t>
            </a:r>
          </a:p>
          <a:p>
            <a:r>
              <a:rPr lang="en-US" dirty="0">
                <a:solidFill>
                  <a:srgbClr val="F79817"/>
                </a:solidFill>
              </a:rPr>
              <a:t>Long queues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and </a:t>
            </a:r>
            <a:r>
              <a:rPr lang="en-US" dirty="0">
                <a:solidFill>
                  <a:srgbClr val="F79817"/>
                </a:solidFill>
              </a:rPr>
              <a:t>unreliable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campus printers cause delays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Need for </a:t>
            </a:r>
            <a:r>
              <a:rPr lang="en-US" dirty="0">
                <a:solidFill>
                  <a:srgbClr val="F79817"/>
                </a:solidFill>
              </a:rPr>
              <a:t>quick, reliable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printing and stationery </a:t>
            </a:r>
            <a:r>
              <a:rPr lang="en-US" dirty="0">
                <a:solidFill>
                  <a:srgbClr val="F79817"/>
                </a:solidFill>
              </a:rPr>
              <a:t>access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on or near campus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79817"/>
                </a:solidFill>
              </a:rPr>
              <a:t>Printhub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answers this with next-day delivery and easy online ordering.</a:t>
            </a:r>
            <a:endParaRPr lang="en-IN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0449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606F-5496-4A58-9BF9-93D102FE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79817"/>
                </a:solidFill>
              </a:rPr>
              <a:t>What is Printhub?</a:t>
            </a:r>
            <a:endParaRPr lang="en-IN" b="1" dirty="0">
              <a:solidFill>
                <a:srgbClr val="F798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C0B6-D4B8-4698-A922-200BFC04D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Print Solutions: 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 web platform where users </a:t>
            </a:r>
            <a:r>
              <a:rPr lang="en-US" dirty="0">
                <a:solidFill>
                  <a:srgbClr val="F79817"/>
                </a:solidFill>
              </a:rPr>
              <a:t>upload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PDFs or images to print, ready for </a:t>
            </a:r>
            <a:r>
              <a:rPr lang="en-US" dirty="0">
                <a:solidFill>
                  <a:srgbClr val="F79817"/>
                </a:solidFill>
              </a:rPr>
              <a:t>next-day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pickup at college.</a:t>
            </a: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Stationary Store: 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Also offers </a:t>
            </a:r>
            <a:r>
              <a:rPr lang="en-US" dirty="0">
                <a:solidFill>
                  <a:srgbClr val="F79817"/>
                </a:solidFill>
              </a:rPr>
              <a:t>convenient online purchase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of stationery items with the same simple process.</a:t>
            </a: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Target Audience: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Designed for </a:t>
            </a:r>
            <a:r>
              <a:rPr lang="en-US" dirty="0">
                <a:solidFill>
                  <a:srgbClr val="F79817"/>
                </a:solidFill>
              </a:rPr>
              <a:t>students, faculty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, and anyone needing fast, quality print solutions.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41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0B45-EA13-4BEF-91CA-46B14B20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A3C6B-271F-41D7-9EEB-4437A86D8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55FD3-0657-4F48-9582-04BA638306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55" b="8441"/>
          <a:stretch/>
        </p:blipFill>
        <p:spPr>
          <a:xfrm>
            <a:off x="0" y="1517289"/>
            <a:ext cx="12192000" cy="382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58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1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EB8C-58FF-4684-ADC1-4407C394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46B87-0B74-4B51-893E-C0ED704E7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D0350-9C72-4A31-A6D7-51EBEC83A12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79817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0" y="330481"/>
            <a:ext cx="12192000" cy="619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42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53EE1D-8C5B-488E-9B87-8E64761DC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Secure File Storage: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Files stored securely with </a:t>
            </a:r>
            <a:r>
              <a:rPr lang="en-US" dirty="0">
                <a:solidFill>
                  <a:srgbClr val="F79817"/>
                </a:solidFill>
              </a:rPr>
              <a:t>Pinata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’s decentralized cloud storage, ensuring data </a:t>
            </a:r>
            <a:r>
              <a:rPr lang="en-US" dirty="0">
                <a:solidFill>
                  <a:srgbClr val="F79817"/>
                </a:solidFill>
              </a:rPr>
              <a:t>Integrity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and </a:t>
            </a:r>
            <a:r>
              <a:rPr lang="en-US" dirty="0">
                <a:solidFill>
                  <a:srgbClr val="F79817"/>
                </a:solidFill>
              </a:rPr>
              <a:t>privacy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457200" lvl="1" indent="0">
              <a:buNone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User Authentication: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User authentication via </a:t>
            </a:r>
            <a:r>
              <a:rPr lang="en-US" dirty="0">
                <a:solidFill>
                  <a:srgbClr val="F79817"/>
                </a:solidFill>
              </a:rPr>
              <a:t>Clerk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and </a:t>
            </a:r>
            <a:r>
              <a:rPr lang="en-US" dirty="0">
                <a:solidFill>
                  <a:srgbClr val="F79817"/>
                </a:solidFill>
              </a:rPr>
              <a:t>role-based access control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protect data and operations with industry-standard security</a:t>
            </a:r>
          </a:p>
          <a:p>
            <a:pPr marL="457200" lvl="1" indent="0">
              <a:buNone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Built with </a:t>
            </a:r>
            <a:r>
              <a:rPr lang="en-US" dirty="0">
                <a:solidFill>
                  <a:srgbClr val="F79817"/>
                </a:solidFill>
              </a:rPr>
              <a:t>enterprise-grade security protocols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and </a:t>
            </a:r>
            <a:r>
              <a:rPr lang="en-US" dirty="0">
                <a:solidFill>
                  <a:srgbClr val="F79817"/>
                </a:solidFill>
              </a:rPr>
              <a:t>encrypted data transmission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for complete peace of mind.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83F76-8CA5-4982-A8B0-0ED774D6DFAB}"/>
              </a:ext>
            </a:extLst>
          </p:cNvPr>
          <p:cNvSpPr txBox="1"/>
          <p:nvPr/>
        </p:nvSpPr>
        <p:spPr>
          <a:xfrm>
            <a:off x="838200" y="681037"/>
            <a:ext cx="1051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79817"/>
                </a:solidFill>
              </a:rPr>
              <a:t>Security &amp; Reliability You Can Trust</a:t>
            </a:r>
            <a:endParaRPr lang="en-IN" sz="4400" b="1" dirty="0">
              <a:solidFill>
                <a:srgbClr val="F798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3969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7778C-E658-41FE-92DF-8EAF27E6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79817"/>
                </a:solidFill>
              </a:rPr>
              <a:t>Features of Printhub</a:t>
            </a:r>
            <a:endParaRPr lang="en-IN" b="1" dirty="0">
              <a:solidFill>
                <a:srgbClr val="F798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0C9A5-724C-4CB6-A58A-6B6A8EB5B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Order Customizations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Efficient and Reliable Service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Cheap and fast for students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24x7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Supports mobile devices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8207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22FE-6EFC-4922-BFB9-2FA1D5753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79817"/>
                </a:solidFill>
              </a:rPr>
              <a:t>So far Printhub has achieved…</a:t>
            </a:r>
            <a:endParaRPr lang="en-IN" b="1" dirty="0">
              <a:solidFill>
                <a:srgbClr val="F798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0A428-6BFB-476A-A3E8-8754A9656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2000+ pages printed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Rs. 4500 earned so far (of which 20% profit)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3 Months up and running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Delivered within 24 hours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10 emergency orders delivered  in 15 minutes</a:t>
            </a:r>
          </a:p>
          <a:p>
            <a:r>
              <a:rPr lang="en-US">
                <a:solidFill>
                  <a:schemeClr val="bg1">
                    <a:lumMod val="85000"/>
                  </a:schemeClr>
                </a:solidFill>
              </a:rPr>
              <a:t>Expanded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 entire IT Branch of MHSSCOE by 2026</a:t>
            </a:r>
          </a:p>
          <a:p>
            <a:pPr marL="0" indent="0">
              <a:buNone/>
            </a:pP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3486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7BD4-8578-46A8-81D1-47B96439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7D3D2-02C8-4A15-B0F9-444FC29B4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4754C-6A61-4624-8800-7F84033BD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06"/>
            <a:ext cx="12192000" cy="669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39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E78F-54A7-463B-B56A-C983794B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79817"/>
                </a:solidFill>
              </a:rPr>
              <a:t>Thank You</a:t>
            </a:r>
            <a:br>
              <a:rPr lang="en-US" b="1" dirty="0">
                <a:solidFill>
                  <a:srgbClr val="F79817"/>
                </a:solidFill>
              </a:rPr>
            </a:br>
            <a:br>
              <a:rPr lang="en-US" b="1" dirty="0">
                <a:solidFill>
                  <a:srgbClr val="F79817"/>
                </a:solidFill>
              </a:rPr>
            </a:b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Feel free to ask more questions</a:t>
            </a:r>
            <a:br>
              <a:rPr lang="en-US" b="1" dirty="0">
                <a:solidFill>
                  <a:srgbClr val="F79817"/>
                </a:solidFill>
              </a:rPr>
            </a:br>
            <a:br>
              <a:rPr lang="en-US" b="1" dirty="0">
                <a:solidFill>
                  <a:srgbClr val="F79817"/>
                </a:solidFill>
              </a:rPr>
            </a:br>
            <a:r>
              <a:rPr lang="en-US" b="1" dirty="0">
                <a:solidFill>
                  <a:srgbClr val="F79817"/>
                </a:solidFill>
              </a:rPr>
              <a:t>Visit: </a:t>
            </a:r>
            <a:r>
              <a:rPr lang="en-US" b="1" dirty="0">
                <a:solidFill>
                  <a:srgbClr val="F79817"/>
                </a:solidFill>
                <a:hlinkClick r:id="rId2"/>
              </a:rPr>
              <a:t>https://print-hub-speed.vercel.app/</a:t>
            </a:r>
            <a:endParaRPr lang="en-IN" b="1" dirty="0">
              <a:solidFill>
                <a:srgbClr val="F798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76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283</Words>
  <Application>Microsoft Office PowerPoint</Application>
  <PresentationFormat>Widescreen</PresentationFormat>
  <Paragraphs>43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Group Members</vt:lpstr>
      <vt:lpstr>Problem Statement</vt:lpstr>
      <vt:lpstr>What is Printhub?</vt:lpstr>
      <vt:lpstr>PowerPoint Presentation</vt:lpstr>
      <vt:lpstr>PowerPoint Presentation</vt:lpstr>
      <vt:lpstr>PowerPoint Presentation</vt:lpstr>
      <vt:lpstr>Features of Printhub</vt:lpstr>
      <vt:lpstr>So far Printhub has achieved…</vt:lpstr>
      <vt:lpstr>PowerPoint Presentation</vt:lpstr>
      <vt:lpstr>Thank You  Feel free to ask more questions  Visit: https://print-hub-speed.vercel.app/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spectre</dc:creator>
  <cp:lastModifiedBy>spectre</cp:lastModifiedBy>
  <cp:revision>51</cp:revision>
  <dcterms:created xsi:type="dcterms:W3CDTF">2026-02-11T03:43:17Z</dcterms:created>
  <dcterms:modified xsi:type="dcterms:W3CDTF">2026-02-11T05:17:38Z</dcterms:modified>
</cp:coreProperties>
</file>